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4326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432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</a:t>
            </a:r>
            <a:pPr indent="0" marL="0">
              <a:buNone/>
            </a:pPr>
            <a:r>
              <a:rPr lang="en-US" sz="4400" b="1" dirty="0">
                <a:solidFill>
                  <a:srgbClr val="6E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Aduana Digital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Planificación del Proyecto SecuPass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10058400" cy="0"/>
          </a:xfrm>
          <a:prstGeom prst="line">
            <a:avLst/>
          </a:prstGeom>
          <a:noFill/>
          <a:ln w="12700">
            <a:solidFill>
              <a:srgbClr val="3E4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(RQY1102)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— Examen Final Transversal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 (EQUIPO)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Flores, O. Piña, E. Aguirre, M. Soto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 NACIONAL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Colapso en Pasos Fronterizos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terrestre </a:t>
            </a:r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Libertadores </a:t>
            </a:r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(Chile-Argentina) sufre aumentos de flujo de hasta un 180% en temporadas críticas, generando esperas extremadamente ineficientes de entre </a:t>
            </a:r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 20 horas</a:t>
            </a:r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afecta gravemente al comercio exterior, la experiencia del viajero y el turismo de ambas naciones.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Deficiencias del Modelo Actual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se mantiene con metodologías tradicionales caracterizadas por: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 ineficientes basados en papel.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control aislados y sin intercomunicación.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integración fluida entre PDI, SAG, Aduanas y organismos de Argentina.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OBJETIVOS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Digital de Fronteras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SecuPass plantea el diseño y desarrollo de una plataforma digital integrada (SAD) para automatizar y agilizar las fiscalizaciones en pasos fronterizos.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los tiempos de espera fronterizos en al menos un 70%.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Vehicular: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salida y admisión temporal para vehículos particulares en solo minutos.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Declaraciones Digitales: </a:t>
            </a:r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la declaración SAG física por un formulario digital vía código QR.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554480"/>
            <a:ext cx="4754880" cy="4206240"/>
          </a:xfrm>
          <a:prstGeom prst="roundRect">
            <a:avLst>
              <a:gd name="adj" fmla="val 1304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3520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 SecuPass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114800" cy="155448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8288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RESPONSABILIDADES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69494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 FUNCIONAL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INTEGRANTE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PRINCIPALES RESPONSABILIDADES EN EL PROYECTO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Líder de Proyecto / Backend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</a:rPr>
                        <a:t>Bastian Flores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Definición y desarrollo de microservicios, configuración de Eureka Server, API Gateway, bases de datos y control de calidad de infraestructura.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Diseñador / Frontend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</a:rPr>
                        <a:t>Eduardo Aguirre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Desarrollo de la interfaz responsiva del usuario utilizando Thymeleaf y Bootstrap, prototipado de pantallas e integración técnica con el API Gateway.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Ingeniero QA (Tester)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</a:rPr>
                        <a:t>Omar Piña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Diseño y ejecución del Plan de Pruebas (funcionales y regresión), auditoría basada en ISO 25000, gestión y reporte detallado de defectos detectados.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Analista de Sistemas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</a:rPr>
                        <a:t>Matías Soto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Levantamiento de especificaciones, análisis de requerimientos (funcionales y no funcionales), y trazabilidad técnica con diagramas y modelamiento.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DE GESTIÓN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Ágil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Scrum adaptado con sprints semanales, permitiendo iteraciones funcionales y entregas incrementales rápidas y validadas por el equipo.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057400"/>
            <a:ext cx="548640" cy="54864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de Comunicación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 de canales formales: Discord corporativo para dailies de 15 minutos, GitHub para control de código y repositorio en la nube para documentación.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73736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2057400"/>
            <a:ext cx="548640" cy="54864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4108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Clave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32461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estratégico de Postman y Swagger para pruebas del backend, Jira para priorizar tareas y Figma para el diseño de prototipos UI de alta fidelidad.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HITOS DE PLANIFICACIÓN (CARTA GANTT)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1737360"/>
                <a:gridCol w="1737360"/>
                <a:gridCol w="15544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FASE DEL PROYECTO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INICIO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TÉRMINO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Fases 1 a 5: Planificación y Diseño inicial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Matías / Eduardo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26-03-2026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06-04-2026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</a:rPr>
                        <a:t>100% (Completado)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Fase 6: Desarrollo Backend (Microservicios)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Bastian Flores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16-06-2026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04-07-2026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</a:rPr>
                        <a:t>100% (Completado)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Fase 7: Desarrollo Frontend (Vistas UI)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Eduardo Aguirre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16-06-2026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08-07-2026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8A400"/>
                          </a:solidFill>
                        </a:rPr>
                        <a:t>70% (En Progreso)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Fase 8: QA de Infraestructura e Integración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Bastian / Matías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01-07-2026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05-07-2026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</a:rPr>
                        <a:t>100% (Completado)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Fase 9: Integración y Pruebas Funcionales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Omar / Eduardo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06-07-2026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16-07-2026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5FD6"/>
                          </a:solidFill>
                        </a:rPr>
                        <a:t>Iniciado (Pruebas UI)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Fase 10: Hitos de Entrega Final y Examen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Todo el Equipo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16-07-2026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22-07-2026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6472"/>
                          </a:solidFill>
                        </a:rPr>
                        <a:t>Pendiente (Semana 18)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 DE REQUISITOS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Funcionales (RF)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funcionalidades core diseñadas en </a:t>
            </a:r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Planilla_Requisitos_SecuPass.xlsx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incluyen: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RF-001 (Pasajeros):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simplificado de ingreso y salida del país.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RF-002 (Menores):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permisos y autorizaciones notariales.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RF-003 (Vehículos):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del PDF de salida o admisión temporal.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RF-004 (SAG):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Declaraciones juradas digitales por código QR.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No Funcionales (RNF)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técnicos obligatorios para asegurar un correcto despliegue institucional: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RNF-Seguridad: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centralizada mediante tokens JWT con Spring Security.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749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RNF-Desempeño: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respuesta para consultas a sistemas externos bajo 3 segundos.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4572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RNF-Disponibilidad: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PostgreSQL robusta en cluster Master/Slave.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 (4+1)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Lógica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en capas independientes (Presentación, Negocio, Integración y Datos). Esto asegura el desacoplamiento y facilita la extensión y mantenimiento a futuro.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2011680"/>
            <a:ext cx="502920" cy="50292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de Procesos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03320" y="310896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dinámico de las operaciones concurrentes y flujos asíncronos críticas, como las consultas al sistema PDI para validación migratoria asíncrona.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Despliegue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83680" y="310896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escalable con un Balanceador de Carga Nginx distribuyendo tráfico hacia servidores Tomcat activos-activos redundantes de alta disponibilidad.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173736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64040" y="2011680"/>
            <a:ext cx="502920" cy="50292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20" name="Text 18"/>
          <p:cNvSpPr/>
          <p:nvPr/>
        </p:nvSpPr>
        <p:spPr>
          <a:xfrm>
            <a:off x="94640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6404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Física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464040" y="310896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Modularización del software en paquetes técnicos (sad-presentation, sad-business, sad-integration, sad-data) con inyección de dependencias nativa.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ESCENARIOS DE CALIDAD (ISO 25000)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5577840"/>
                <a:gridCol w="1645920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ESCENARIO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ESTÍMULO / COMPORTAMIENTO ESPERADO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QS-001 (Desempeño)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</a:rPr>
                        <a:t>Eficiencia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Bajo carga de 500 solicitudes concurrentes, el funcionario registra un pasajero y el sistema consulta las alertas del PDI sin degradar velocidad.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5FD6"/>
                          </a:solidFill>
                        </a:rPr>
                        <a:t>&lt; 5 segs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QS-002 (Recuperación)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</a:rPr>
                        <a:t>Fiabilidad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El servidor principal del backend sufre una caída eléctrica repentina o crash de software en hora peak.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5FD6"/>
                          </a:solidFill>
                        </a:rPr>
                        <a:t>&lt; 30 segs auto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QS-003 (Acceso)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</a:rPr>
                        <a:t>Seguridad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</a:rPr>
                        <a:t>Peticiones sin token JWT o provenientes de roles no autorizados intentan acceder a registros aduaneros reservados.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5FD6"/>
                          </a:solidFill>
                        </a:rPr>
                        <a:t>100% bloqueadas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PRUEBAS Y ESTRATEGIA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84708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Caja Negra: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rigurosa de entradas y salidas para todos los endpoints expuestos mediante Postman y Swagger sin acoplar detalles internos de código.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3580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 y Regresión: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la conectividad entre microservicios a través de Eureka y el API-Gateway ante actualizaciones de código.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22452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Aceptación y Salida: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obligatoria del 100% de los casos de prueba de prioridad ALTA sin defectos críticos o altos pendientes.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577840"/>
            <a:ext cx="457200" cy="457200"/>
          </a:xfrm>
          <a:prstGeom prst="ellipse">
            <a:avLst/>
          </a:prstGeom>
          <a:solidFill>
            <a:srgbClr val="DCE7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41324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Controlado: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las pruebas locales en los puertos mapeados del proyecto (Eureka: 8761, Auth: 8080, Docs: 8082, etc.).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 DE DEFECTOS TÉCNICOS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11880" cy="3566160"/>
          </a:xfrm>
          <a:prstGeom prst="roundRect">
            <a:avLst>
              <a:gd name="adj" fmla="val 1538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FCE4E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Red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CP_021/022: Corrección de dependencias erróneas de Eureka y resolución del choque crítico entre Spring MVC y Spring Cloud Gateway.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611880" cy="3566160"/>
          </a:xfrm>
          <a:prstGeom prst="roundRect">
            <a:avLst>
              <a:gd name="adj" fmla="val 1538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057400"/>
            <a:ext cx="548640" cy="548640"/>
          </a:xfrm>
          <a:prstGeom prst="ellipse">
            <a:avLst/>
          </a:prstGeom>
          <a:solidFill>
            <a:srgbClr val="FCE4E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y Esquema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CP_023/026: Corrección de credenciales de DB en Report-Service y activación obligatoria de la migración automatizada de Flyway en SAG-Service.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737360"/>
            <a:ext cx="3611880" cy="3566160"/>
          </a:xfrm>
          <a:prstGeom prst="roundRect">
            <a:avLst>
              <a:gd name="adj" fmla="val 1538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2057400"/>
            <a:ext cx="548640" cy="548640"/>
          </a:xfrm>
          <a:prstGeom prst="ellipse">
            <a:avLst/>
          </a:prstGeom>
          <a:solidFill>
            <a:srgbClr val="FCE4E4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4108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Compatibilidad y Puertos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41080" y="32918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CP_024/025: Reorganización de puertos duplicados y solución de incompatibilidades críticas de versiones entre Spring Boot 3 y Spring Cloud.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Y PROTOTIPADO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de Alta Fidelidad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ha prototipado bajo estándares de usabilidad web responsiva de alto nivel.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sobre Thymeleaf y Bootstrap 5, respetando la identidad visual azul institucional de la Aduana de Chile.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Servicios: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consumo dinámico del backend de Spring Boot 3.x utilizando llamadas asíncronas REST/JSON.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usabilidad diseñadas para operar fluidamente en terminales aduaneras móviles y tablets.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1304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60920" y="2148840"/>
            <a:ext cx="4023360" cy="3017520"/>
          </a:xfrm>
          <a:prstGeom prst="roundRect">
            <a:avLst>
              <a:gd name="adj" fmla="val 1515"/>
            </a:avLst>
          </a:prstGeom>
          <a:solidFill>
            <a:srgbClr val="2B1E5A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21488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→ Mockup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VERSIONES Y CAMBIOS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Git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utiliza una ramificación estricta para garantizar la estabilidad del software: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estable e hitos académicos (v1.0).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 integración de microservicios.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feature/: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aislado de módulos específicos por integrante (ej: feature/auth, feature/docs).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Control de Cambios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de diseño o defecto encontrado en las pruebas funcionales se somete a: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planilla MATRIZ_CONTROL_DE_CAMBIO_completada.xlsx.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rigurosa de impacto en los requisitos iniciales.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 vinculada con la especificación de casos de uso afectados.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SecuPass v1.0 — Duoc UC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4326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432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Agradecemos sinceramente su atención.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78328" y="41148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4326E"/>
          </a:solidFill>
          <a:ln w="12700">
            <a:solidFill>
              <a:srgbClr val="3E4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78328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 SecuPass v1.0 — Julio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70168" y="41148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4326E"/>
          </a:solidFill>
          <a:ln w="12700">
            <a:solidFill>
              <a:srgbClr val="3E4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0168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Aduana Digital - Proyecto SecuPass</dc:title>
  <dc:subject>PptxGenJS Presentation</dc:subject>
  <dc:creator>B. Flores, O. Piña, E. Aguirre, M. Soto</dc:creator>
  <cp:lastModifiedBy>B. Flores, O. Piña, E. Aguirre, M. Soto</cp:lastModifiedBy>
  <cp:revision>1</cp:revision>
  <dcterms:created xsi:type="dcterms:W3CDTF">2026-07-06T18:38:58Z</dcterms:created>
  <dcterms:modified xsi:type="dcterms:W3CDTF">2026-07-06T18:38:58Z</dcterms:modified>
</cp:coreProperties>
</file>